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1600" y="127000"/>
            <a:ext cx="7353300" cy="10414000"/>
          </a:xfrm>
          <a:custGeom>
            <a:avLst/>
            <a:gdLst/>
            <a:ahLst/>
            <a:cxnLst/>
            <a:rect l="l" t="t" r="r" b="b"/>
            <a:pathLst>
              <a:path w="7353300" h="10414000">
                <a:moveTo>
                  <a:pt x="7352704" y="0"/>
                </a:moveTo>
                <a:lnTo>
                  <a:pt x="0" y="0"/>
                </a:lnTo>
                <a:lnTo>
                  <a:pt x="0" y="10413998"/>
                </a:lnTo>
                <a:lnTo>
                  <a:pt x="7352704" y="10413998"/>
                </a:lnTo>
                <a:lnTo>
                  <a:pt x="7352704" y="0"/>
                </a:lnTo>
                <a:close/>
              </a:path>
            </a:pathLst>
          </a:custGeom>
          <a:solidFill>
            <a:srgbClr val="D5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17572" y="304356"/>
            <a:ext cx="1043940" cy="190500"/>
          </a:xfrm>
          <a:custGeom>
            <a:avLst/>
            <a:gdLst/>
            <a:ahLst/>
            <a:cxnLst/>
            <a:rect l="l" t="t" r="r" b="b"/>
            <a:pathLst>
              <a:path w="1043939" h="190500">
                <a:moveTo>
                  <a:pt x="996248" y="0"/>
                </a:moveTo>
                <a:lnTo>
                  <a:pt x="47463" y="0"/>
                </a:lnTo>
                <a:lnTo>
                  <a:pt x="33414" y="5316"/>
                </a:lnTo>
                <a:lnTo>
                  <a:pt x="20504" y="19749"/>
                </a:lnTo>
                <a:lnTo>
                  <a:pt x="9871" y="41019"/>
                </a:lnTo>
                <a:lnTo>
                  <a:pt x="2657" y="66847"/>
                </a:lnTo>
                <a:lnTo>
                  <a:pt x="0" y="94955"/>
                </a:lnTo>
                <a:lnTo>
                  <a:pt x="2657" y="123063"/>
                </a:lnTo>
                <a:lnTo>
                  <a:pt x="9871" y="148890"/>
                </a:lnTo>
                <a:lnTo>
                  <a:pt x="20504" y="170160"/>
                </a:lnTo>
                <a:lnTo>
                  <a:pt x="33414" y="184594"/>
                </a:lnTo>
                <a:lnTo>
                  <a:pt x="47463" y="189911"/>
                </a:lnTo>
                <a:lnTo>
                  <a:pt x="996248" y="189911"/>
                </a:lnTo>
                <a:lnTo>
                  <a:pt x="1023207" y="170160"/>
                </a:lnTo>
                <a:lnTo>
                  <a:pt x="1033840" y="148890"/>
                </a:lnTo>
                <a:lnTo>
                  <a:pt x="1041053" y="123063"/>
                </a:lnTo>
                <a:lnTo>
                  <a:pt x="1043712" y="94955"/>
                </a:lnTo>
                <a:lnTo>
                  <a:pt x="1041053" y="66847"/>
                </a:lnTo>
                <a:lnTo>
                  <a:pt x="1033840" y="41019"/>
                </a:lnTo>
                <a:lnTo>
                  <a:pt x="1023207" y="19749"/>
                </a:lnTo>
                <a:lnTo>
                  <a:pt x="1010297" y="5316"/>
                </a:lnTo>
                <a:lnTo>
                  <a:pt x="996248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5083" y="955870"/>
            <a:ext cx="3426460" cy="2750185"/>
          </a:xfrm>
          <a:custGeom>
            <a:avLst/>
            <a:gdLst/>
            <a:ahLst/>
            <a:cxnLst/>
            <a:rect l="l" t="t" r="r" b="b"/>
            <a:pathLst>
              <a:path w="3426460" h="2750185">
                <a:moveTo>
                  <a:pt x="3082283" y="0"/>
                </a:moveTo>
                <a:lnTo>
                  <a:pt x="343940" y="0"/>
                </a:lnTo>
                <a:lnTo>
                  <a:pt x="319377" y="863"/>
                </a:lnTo>
                <a:lnTo>
                  <a:pt x="271708" y="7598"/>
                </a:lnTo>
                <a:lnTo>
                  <a:pt x="226369" y="20623"/>
                </a:lnTo>
                <a:lnTo>
                  <a:pt x="183826" y="39471"/>
                </a:lnTo>
                <a:lnTo>
                  <a:pt x="144544" y="63677"/>
                </a:lnTo>
                <a:lnTo>
                  <a:pt x="108989" y="92774"/>
                </a:lnTo>
                <a:lnTo>
                  <a:pt x="77626" y="126300"/>
                </a:lnTo>
                <a:lnTo>
                  <a:pt x="50922" y="163784"/>
                </a:lnTo>
                <a:lnTo>
                  <a:pt x="29342" y="204764"/>
                </a:lnTo>
                <a:lnTo>
                  <a:pt x="13351" y="248773"/>
                </a:lnTo>
                <a:lnTo>
                  <a:pt x="3415" y="295346"/>
                </a:lnTo>
                <a:lnTo>
                  <a:pt x="0" y="344016"/>
                </a:lnTo>
                <a:lnTo>
                  <a:pt x="0" y="2405719"/>
                </a:lnTo>
                <a:lnTo>
                  <a:pt x="3415" y="2454391"/>
                </a:lnTo>
                <a:lnTo>
                  <a:pt x="13351" y="2500965"/>
                </a:lnTo>
                <a:lnTo>
                  <a:pt x="29342" y="2544974"/>
                </a:lnTo>
                <a:lnTo>
                  <a:pt x="50922" y="2585956"/>
                </a:lnTo>
                <a:lnTo>
                  <a:pt x="77626" y="2623441"/>
                </a:lnTo>
                <a:lnTo>
                  <a:pt x="108989" y="2656967"/>
                </a:lnTo>
                <a:lnTo>
                  <a:pt x="144544" y="2686065"/>
                </a:lnTo>
                <a:lnTo>
                  <a:pt x="183826" y="2710271"/>
                </a:lnTo>
                <a:lnTo>
                  <a:pt x="226369" y="2729119"/>
                </a:lnTo>
                <a:lnTo>
                  <a:pt x="271708" y="2742144"/>
                </a:lnTo>
                <a:lnTo>
                  <a:pt x="319377" y="2748880"/>
                </a:lnTo>
                <a:lnTo>
                  <a:pt x="343940" y="2749744"/>
                </a:lnTo>
                <a:lnTo>
                  <a:pt x="3082283" y="2749744"/>
                </a:lnTo>
                <a:lnTo>
                  <a:pt x="3130943" y="2746328"/>
                </a:lnTo>
                <a:lnTo>
                  <a:pt x="3177507" y="2736388"/>
                </a:lnTo>
                <a:lnTo>
                  <a:pt x="3221507" y="2720394"/>
                </a:lnTo>
                <a:lnTo>
                  <a:pt x="3262479" y="2698808"/>
                </a:lnTo>
                <a:lnTo>
                  <a:pt x="3299956" y="2672097"/>
                </a:lnTo>
                <a:lnTo>
                  <a:pt x="3333474" y="2640728"/>
                </a:lnTo>
                <a:lnTo>
                  <a:pt x="3362566" y="2605164"/>
                </a:lnTo>
                <a:lnTo>
                  <a:pt x="3386767" y="2565873"/>
                </a:lnTo>
                <a:lnTo>
                  <a:pt x="3405611" y="2523319"/>
                </a:lnTo>
                <a:lnTo>
                  <a:pt x="3418634" y="2477969"/>
                </a:lnTo>
                <a:lnTo>
                  <a:pt x="3425368" y="2430288"/>
                </a:lnTo>
                <a:lnTo>
                  <a:pt x="3426231" y="2405719"/>
                </a:lnTo>
                <a:lnTo>
                  <a:pt x="3426231" y="344016"/>
                </a:lnTo>
                <a:lnTo>
                  <a:pt x="3422815" y="295346"/>
                </a:lnTo>
                <a:lnTo>
                  <a:pt x="3412880" y="248773"/>
                </a:lnTo>
                <a:lnTo>
                  <a:pt x="3396888" y="204764"/>
                </a:lnTo>
                <a:lnTo>
                  <a:pt x="3375308" y="163784"/>
                </a:lnTo>
                <a:lnTo>
                  <a:pt x="3348602" y="126300"/>
                </a:lnTo>
                <a:lnTo>
                  <a:pt x="3317240" y="92774"/>
                </a:lnTo>
                <a:lnTo>
                  <a:pt x="3281684" y="63677"/>
                </a:lnTo>
                <a:lnTo>
                  <a:pt x="3242401" y="39471"/>
                </a:lnTo>
                <a:lnTo>
                  <a:pt x="3199857" y="20623"/>
                </a:lnTo>
                <a:lnTo>
                  <a:pt x="3154517" y="7598"/>
                </a:lnTo>
                <a:lnTo>
                  <a:pt x="3106846" y="863"/>
                </a:lnTo>
                <a:lnTo>
                  <a:pt x="3082283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25083" y="955875"/>
            <a:ext cx="3362960" cy="2748915"/>
          </a:xfrm>
          <a:custGeom>
            <a:avLst/>
            <a:gdLst/>
            <a:ahLst/>
            <a:cxnLst/>
            <a:rect l="l" t="t" r="r" b="b"/>
            <a:pathLst>
              <a:path w="3362960" h="2748915">
                <a:moveTo>
                  <a:pt x="3082366" y="0"/>
                </a:moveTo>
                <a:lnTo>
                  <a:pt x="3106928" y="862"/>
                </a:lnTo>
                <a:lnTo>
                  <a:pt x="3131025" y="3414"/>
                </a:lnTo>
                <a:lnTo>
                  <a:pt x="3137006" y="4475"/>
                </a:lnTo>
              </a:path>
              <a:path w="3362960" h="2748915">
                <a:moveTo>
                  <a:pt x="3362652" y="2604322"/>
                </a:moveTo>
                <a:lnTo>
                  <a:pt x="3333560" y="2639873"/>
                </a:lnTo>
                <a:lnTo>
                  <a:pt x="3300042" y="2671232"/>
                </a:lnTo>
                <a:lnTo>
                  <a:pt x="3262563" y="2697934"/>
                </a:lnTo>
                <a:lnTo>
                  <a:pt x="3221591" y="2719512"/>
                </a:lnTo>
                <a:lnTo>
                  <a:pt x="3177590" y="2735501"/>
                </a:lnTo>
                <a:lnTo>
                  <a:pt x="3131025" y="2745436"/>
                </a:lnTo>
                <a:lnTo>
                  <a:pt x="3082365" y="2748851"/>
                </a:lnTo>
                <a:lnTo>
                  <a:pt x="343948" y="2748851"/>
                </a:lnTo>
                <a:lnTo>
                  <a:pt x="295287" y="2745436"/>
                </a:lnTo>
                <a:lnTo>
                  <a:pt x="248724" y="2735501"/>
                </a:lnTo>
                <a:lnTo>
                  <a:pt x="204724" y="2719512"/>
                </a:lnTo>
                <a:lnTo>
                  <a:pt x="163752" y="2697934"/>
                </a:lnTo>
                <a:lnTo>
                  <a:pt x="126275" y="2671232"/>
                </a:lnTo>
                <a:lnTo>
                  <a:pt x="92757" y="2639873"/>
                </a:lnTo>
                <a:lnTo>
                  <a:pt x="63665" y="2604322"/>
                </a:lnTo>
                <a:lnTo>
                  <a:pt x="39464" y="2565044"/>
                </a:lnTo>
                <a:lnTo>
                  <a:pt x="20619" y="2522505"/>
                </a:lnTo>
                <a:lnTo>
                  <a:pt x="7597" y="2477171"/>
                </a:lnTo>
                <a:lnTo>
                  <a:pt x="863" y="2429507"/>
                </a:lnTo>
                <a:lnTo>
                  <a:pt x="0" y="2404947"/>
                </a:lnTo>
                <a:lnTo>
                  <a:pt x="0" y="343907"/>
                </a:lnTo>
              </a:path>
            </a:pathLst>
          </a:custGeom>
          <a:ln w="26203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778558" y="970051"/>
            <a:ext cx="3552190" cy="2734945"/>
          </a:xfrm>
          <a:custGeom>
            <a:avLst/>
            <a:gdLst/>
            <a:ahLst/>
            <a:cxnLst/>
            <a:rect l="l" t="t" r="r" b="b"/>
            <a:pathLst>
              <a:path w="3552190" h="2734945">
                <a:moveTo>
                  <a:pt x="3208220" y="0"/>
                </a:moveTo>
                <a:lnTo>
                  <a:pt x="343947" y="0"/>
                </a:lnTo>
                <a:lnTo>
                  <a:pt x="319384" y="863"/>
                </a:lnTo>
                <a:lnTo>
                  <a:pt x="271713" y="7598"/>
                </a:lnTo>
                <a:lnTo>
                  <a:pt x="226374" y="20623"/>
                </a:lnTo>
                <a:lnTo>
                  <a:pt x="183829" y="39471"/>
                </a:lnTo>
                <a:lnTo>
                  <a:pt x="144547" y="63677"/>
                </a:lnTo>
                <a:lnTo>
                  <a:pt x="108991" y="92776"/>
                </a:lnTo>
                <a:lnTo>
                  <a:pt x="77628" y="126300"/>
                </a:lnTo>
                <a:lnTo>
                  <a:pt x="50924" y="163785"/>
                </a:lnTo>
                <a:lnTo>
                  <a:pt x="29343" y="204765"/>
                </a:lnTo>
                <a:lnTo>
                  <a:pt x="13351" y="248775"/>
                </a:lnTo>
                <a:lnTo>
                  <a:pt x="3416" y="295347"/>
                </a:lnTo>
                <a:lnTo>
                  <a:pt x="0" y="344018"/>
                </a:lnTo>
                <a:lnTo>
                  <a:pt x="0" y="2391548"/>
                </a:lnTo>
                <a:lnTo>
                  <a:pt x="3416" y="2440218"/>
                </a:lnTo>
                <a:lnTo>
                  <a:pt x="13351" y="2486789"/>
                </a:lnTo>
                <a:lnTo>
                  <a:pt x="29343" y="2530798"/>
                </a:lnTo>
                <a:lnTo>
                  <a:pt x="50924" y="2571777"/>
                </a:lnTo>
                <a:lnTo>
                  <a:pt x="77628" y="2609261"/>
                </a:lnTo>
                <a:lnTo>
                  <a:pt x="108991" y="2642786"/>
                </a:lnTo>
                <a:lnTo>
                  <a:pt x="144547" y="2671884"/>
                </a:lnTo>
                <a:lnTo>
                  <a:pt x="183829" y="2696090"/>
                </a:lnTo>
                <a:lnTo>
                  <a:pt x="226374" y="2714938"/>
                </a:lnTo>
                <a:lnTo>
                  <a:pt x="271713" y="2727963"/>
                </a:lnTo>
                <a:lnTo>
                  <a:pt x="319384" y="2734698"/>
                </a:lnTo>
                <a:lnTo>
                  <a:pt x="3229373" y="2734819"/>
                </a:lnTo>
                <a:lnTo>
                  <a:pt x="3232783" y="2734698"/>
                </a:lnTo>
                <a:lnTo>
                  <a:pt x="3280453" y="2727963"/>
                </a:lnTo>
                <a:lnTo>
                  <a:pt x="3325792" y="2714938"/>
                </a:lnTo>
                <a:lnTo>
                  <a:pt x="3368335" y="2696090"/>
                </a:lnTo>
                <a:lnTo>
                  <a:pt x="3407617" y="2671884"/>
                </a:lnTo>
                <a:lnTo>
                  <a:pt x="3443171" y="2642786"/>
                </a:lnTo>
                <a:lnTo>
                  <a:pt x="3474533" y="2609261"/>
                </a:lnTo>
                <a:lnTo>
                  <a:pt x="3501236" y="2571777"/>
                </a:lnTo>
                <a:lnTo>
                  <a:pt x="3522816" y="2530798"/>
                </a:lnTo>
                <a:lnTo>
                  <a:pt x="3538806" y="2486789"/>
                </a:lnTo>
                <a:lnTo>
                  <a:pt x="3548741" y="2440218"/>
                </a:lnTo>
                <a:lnTo>
                  <a:pt x="3552156" y="2391548"/>
                </a:lnTo>
                <a:lnTo>
                  <a:pt x="3552156" y="344018"/>
                </a:lnTo>
                <a:lnTo>
                  <a:pt x="3548741" y="295347"/>
                </a:lnTo>
                <a:lnTo>
                  <a:pt x="3538806" y="248775"/>
                </a:lnTo>
                <a:lnTo>
                  <a:pt x="3522816" y="204765"/>
                </a:lnTo>
                <a:lnTo>
                  <a:pt x="3501236" y="163785"/>
                </a:lnTo>
                <a:lnTo>
                  <a:pt x="3474533" y="126300"/>
                </a:lnTo>
                <a:lnTo>
                  <a:pt x="3443171" y="92776"/>
                </a:lnTo>
                <a:lnTo>
                  <a:pt x="3407617" y="63677"/>
                </a:lnTo>
                <a:lnTo>
                  <a:pt x="3368335" y="39471"/>
                </a:lnTo>
                <a:lnTo>
                  <a:pt x="3325792" y="20623"/>
                </a:lnTo>
                <a:lnTo>
                  <a:pt x="3280453" y="7598"/>
                </a:lnTo>
                <a:lnTo>
                  <a:pt x="3232783" y="863"/>
                </a:lnTo>
                <a:lnTo>
                  <a:pt x="3208220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097814" y="970063"/>
            <a:ext cx="3192145" cy="2736215"/>
          </a:xfrm>
          <a:custGeom>
            <a:avLst/>
            <a:gdLst/>
            <a:ahLst/>
            <a:cxnLst/>
            <a:rect l="l" t="t" r="r" b="b"/>
            <a:pathLst>
              <a:path w="3192145" h="2736215">
                <a:moveTo>
                  <a:pt x="2887717" y="0"/>
                </a:moveTo>
                <a:lnTo>
                  <a:pt x="2936360" y="3416"/>
                </a:lnTo>
                <a:lnTo>
                  <a:pt x="2982907" y="13355"/>
                </a:lnTo>
                <a:lnTo>
                  <a:pt x="3026891" y="29350"/>
                </a:lnTo>
                <a:lnTo>
                  <a:pt x="3067848" y="50937"/>
                </a:lnTo>
                <a:lnTo>
                  <a:pt x="3105312" y="77649"/>
                </a:lnTo>
                <a:lnTo>
                  <a:pt x="3138817" y="109021"/>
                </a:lnTo>
                <a:lnTo>
                  <a:pt x="3167898" y="144586"/>
                </a:lnTo>
                <a:lnTo>
                  <a:pt x="3180634" y="163795"/>
                </a:lnTo>
                <a:lnTo>
                  <a:pt x="3192089" y="183879"/>
                </a:lnTo>
              </a:path>
              <a:path w="3192145" h="2736215">
                <a:moveTo>
                  <a:pt x="3153991" y="2609363"/>
                </a:moveTo>
                <a:lnTo>
                  <a:pt x="3153940" y="2609429"/>
                </a:lnTo>
              </a:path>
              <a:path w="3192145" h="2736215">
                <a:moveTo>
                  <a:pt x="3151251" y="2612504"/>
                </a:moveTo>
                <a:lnTo>
                  <a:pt x="3122588" y="2642957"/>
                </a:lnTo>
                <a:lnTo>
                  <a:pt x="3087046" y="2672057"/>
                </a:lnTo>
                <a:lnTo>
                  <a:pt x="3047777" y="2696265"/>
                </a:lnTo>
                <a:lnTo>
                  <a:pt x="3005248" y="2715114"/>
                </a:lnTo>
                <a:lnTo>
                  <a:pt x="2959925" y="2728140"/>
                </a:lnTo>
                <a:lnTo>
                  <a:pt x="2912271" y="2734876"/>
                </a:lnTo>
                <a:lnTo>
                  <a:pt x="2887716" y="2735740"/>
                </a:lnTo>
                <a:lnTo>
                  <a:pt x="24552" y="2735740"/>
                </a:lnTo>
                <a:lnTo>
                  <a:pt x="0" y="2734876"/>
                </a:lnTo>
              </a:path>
            </a:pathLst>
          </a:custGeom>
          <a:ln w="26203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206110" y="243572"/>
            <a:ext cx="7145020" cy="600075"/>
          </a:xfrm>
          <a:custGeom>
            <a:avLst/>
            <a:gdLst/>
            <a:ahLst/>
            <a:cxnLst/>
            <a:rect l="l" t="t" r="r" b="b"/>
            <a:pathLst>
              <a:path w="7145020" h="600075">
                <a:moveTo>
                  <a:pt x="6844470" y="0"/>
                </a:moveTo>
                <a:lnTo>
                  <a:pt x="300428" y="0"/>
                </a:lnTo>
                <a:lnTo>
                  <a:pt x="274012" y="1163"/>
                </a:lnTo>
                <a:lnTo>
                  <a:pt x="222459" y="10294"/>
                </a:lnTo>
                <a:lnTo>
                  <a:pt x="173534" y="28119"/>
                </a:lnTo>
                <a:lnTo>
                  <a:pt x="128343" y="54178"/>
                </a:lnTo>
                <a:lnTo>
                  <a:pt x="87993" y="88013"/>
                </a:lnTo>
                <a:lnTo>
                  <a:pt x="54166" y="128371"/>
                </a:lnTo>
                <a:lnTo>
                  <a:pt x="28113" y="173573"/>
                </a:lnTo>
                <a:lnTo>
                  <a:pt x="10292" y="222509"/>
                </a:lnTo>
                <a:lnTo>
                  <a:pt x="1162" y="274073"/>
                </a:lnTo>
                <a:lnTo>
                  <a:pt x="0" y="300494"/>
                </a:lnTo>
                <a:lnTo>
                  <a:pt x="1162" y="326915"/>
                </a:lnTo>
                <a:lnTo>
                  <a:pt x="10292" y="378480"/>
                </a:lnTo>
                <a:lnTo>
                  <a:pt x="28113" y="427415"/>
                </a:lnTo>
                <a:lnTo>
                  <a:pt x="54166" y="472616"/>
                </a:lnTo>
                <a:lnTo>
                  <a:pt x="87993" y="512975"/>
                </a:lnTo>
                <a:lnTo>
                  <a:pt x="128343" y="546811"/>
                </a:lnTo>
                <a:lnTo>
                  <a:pt x="173534" y="572869"/>
                </a:lnTo>
                <a:lnTo>
                  <a:pt x="222459" y="590694"/>
                </a:lnTo>
                <a:lnTo>
                  <a:pt x="271871" y="599542"/>
                </a:lnTo>
                <a:lnTo>
                  <a:pt x="6873028" y="599542"/>
                </a:lnTo>
                <a:lnTo>
                  <a:pt x="6922441" y="590694"/>
                </a:lnTo>
                <a:lnTo>
                  <a:pt x="6971367" y="572869"/>
                </a:lnTo>
                <a:lnTo>
                  <a:pt x="7016559" y="546811"/>
                </a:lnTo>
                <a:lnTo>
                  <a:pt x="7056910" y="512975"/>
                </a:lnTo>
                <a:lnTo>
                  <a:pt x="7090737" y="472616"/>
                </a:lnTo>
                <a:lnTo>
                  <a:pt x="7116790" y="427415"/>
                </a:lnTo>
                <a:lnTo>
                  <a:pt x="7134611" y="378480"/>
                </a:lnTo>
                <a:lnTo>
                  <a:pt x="7144489" y="309924"/>
                </a:lnTo>
                <a:lnTo>
                  <a:pt x="7144489" y="291066"/>
                </a:lnTo>
                <a:lnTo>
                  <a:pt x="7140290" y="248032"/>
                </a:lnTo>
                <a:lnTo>
                  <a:pt x="7126758" y="197643"/>
                </a:lnTo>
                <a:lnTo>
                  <a:pt x="7104764" y="150436"/>
                </a:lnTo>
                <a:lnTo>
                  <a:pt x="7074766" y="107518"/>
                </a:lnTo>
                <a:lnTo>
                  <a:pt x="7037409" y="70152"/>
                </a:lnTo>
                <a:lnTo>
                  <a:pt x="6994498" y="40148"/>
                </a:lnTo>
                <a:lnTo>
                  <a:pt x="6947302" y="18149"/>
                </a:lnTo>
                <a:lnTo>
                  <a:pt x="6896924" y="4612"/>
                </a:lnTo>
                <a:lnTo>
                  <a:pt x="6844470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506675" y="243571"/>
            <a:ext cx="6543040" cy="0"/>
          </a:xfrm>
          <a:custGeom>
            <a:avLst/>
            <a:gdLst/>
            <a:ahLst/>
            <a:cxnLst/>
            <a:rect l="l" t="t" r="r" b="b"/>
            <a:pathLst>
              <a:path w="6543040" h="0">
                <a:moveTo>
                  <a:pt x="0" y="0"/>
                </a:moveTo>
                <a:lnTo>
                  <a:pt x="6543026" y="0"/>
                </a:lnTo>
              </a:path>
            </a:pathLst>
          </a:custGeom>
          <a:ln w="26179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3207" y="477932"/>
            <a:ext cx="136744" cy="31067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93775" y="243571"/>
            <a:ext cx="113030" cy="22860"/>
          </a:xfrm>
          <a:custGeom>
            <a:avLst/>
            <a:gdLst/>
            <a:ahLst/>
            <a:cxnLst/>
            <a:rect l="l" t="t" r="r" b="b"/>
            <a:pathLst>
              <a:path w="113029" h="22860">
                <a:moveTo>
                  <a:pt x="0" y="22276"/>
                </a:moveTo>
                <a:lnTo>
                  <a:pt x="10087" y="18106"/>
                </a:lnTo>
                <a:lnTo>
                  <a:pt x="34944" y="10270"/>
                </a:lnTo>
                <a:lnTo>
                  <a:pt x="60456" y="4602"/>
                </a:lnTo>
                <a:lnTo>
                  <a:pt x="86488" y="1159"/>
                </a:lnTo>
                <a:lnTo>
                  <a:pt x="112899" y="0"/>
                </a:lnTo>
              </a:path>
            </a:pathLst>
          </a:custGeom>
          <a:ln w="26179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9324" y="331039"/>
            <a:ext cx="436532" cy="4366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0227" y="348164"/>
            <a:ext cx="391721" cy="391808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110375" y="932923"/>
            <a:ext cx="1656080" cy="222885"/>
          </a:xfrm>
          <a:custGeom>
            <a:avLst/>
            <a:gdLst/>
            <a:ahLst/>
            <a:cxnLst/>
            <a:rect l="l" t="t" r="r" b="b"/>
            <a:pathLst>
              <a:path w="1656080" h="222884">
                <a:moveTo>
                  <a:pt x="1543564" y="0"/>
                </a:moveTo>
                <a:lnTo>
                  <a:pt x="112079" y="0"/>
                </a:lnTo>
                <a:lnTo>
                  <a:pt x="90112" y="2172"/>
                </a:lnTo>
                <a:lnTo>
                  <a:pt x="49899" y="18834"/>
                </a:lnTo>
                <a:lnTo>
                  <a:pt x="18830" y="49909"/>
                </a:lnTo>
                <a:lnTo>
                  <a:pt x="2173" y="90133"/>
                </a:lnTo>
                <a:lnTo>
                  <a:pt x="0" y="112106"/>
                </a:lnTo>
                <a:lnTo>
                  <a:pt x="2173" y="134080"/>
                </a:lnTo>
                <a:lnTo>
                  <a:pt x="18830" y="174303"/>
                </a:lnTo>
                <a:lnTo>
                  <a:pt x="49899" y="205378"/>
                </a:lnTo>
                <a:lnTo>
                  <a:pt x="90112" y="222039"/>
                </a:lnTo>
                <a:lnTo>
                  <a:pt x="98624" y="222881"/>
                </a:lnTo>
                <a:lnTo>
                  <a:pt x="1557019" y="222881"/>
                </a:lnTo>
                <a:lnTo>
                  <a:pt x="1605745" y="205378"/>
                </a:lnTo>
                <a:lnTo>
                  <a:pt x="1636812" y="174303"/>
                </a:lnTo>
                <a:lnTo>
                  <a:pt x="1653469" y="134080"/>
                </a:lnTo>
                <a:lnTo>
                  <a:pt x="1655642" y="112106"/>
                </a:lnTo>
                <a:lnTo>
                  <a:pt x="1653469" y="90133"/>
                </a:lnTo>
                <a:lnTo>
                  <a:pt x="1636812" y="49909"/>
                </a:lnTo>
                <a:lnTo>
                  <a:pt x="1605745" y="18834"/>
                </a:lnTo>
                <a:lnTo>
                  <a:pt x="1565530" y="2172"/>
                </a:lnTo>
                <a:lnTo>
                  <a:pt x="1543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110510" y="932925"/>
            <a:ext cx="1621790" cy="222885"/>
          </a:xfrm>
          <a:custGeom>
            <a:avLst/>
            <a:gdLst/>
            <a:ahLst/>
            <a:cxnLst/>
            <a:rect l="l" t="t" r="r" b="b"/>
            <a:pathLst>
              <a:path w="1621789" h="222884">
                <a:moveTo>
                  <a:pt x="1541959" y="0"/>
                </a:moveTo>
                <a:lnTo>
                  <a:pt x="1560728" y="1847"/>
                </a:lnTo>
              </a:path>
              <a:path w="1621789" h="222884">
                <a:moveTo>
                  <a:pt x="1563904" y="2160"/>
                </a:moveTo>
                <a:lnTo>
                  <a:pt x="1564645" y="2384"/>
                </a:lnTo>
              </a:path>
              <a:path w="1621789" h="222884">
                <a:moveTo>
                  <a:pt x="1621320" y="189935"/>
                </a:moveTo>
                <a:lnTo>
                  <a:pt x="1621131" y="190164"/>
                </a:lnTo>
                <a:lnTo>
                  <a:pt x="1619644" y="191378"/>
                </a:lnTo>
              </a:path>
              <a:path w="1621789" h="222884">
                <a:moveTo>
                  <a:pt x="1584805" y="214312"/>
                </a:moveTo>
                <a:lnTo>
                  <a:pt x="1563904" y="220631"/>
                </a:lnTo>
                <a:lnTo>
                  <a:pt x="1541959" y="222791"/>
                </a:lnTo>
                <a:lnTo>
                  <a:pt x="111965" y="222791"/>
                </a:lnTo>
                <a:lnTo>
                  <a:pt x="69117" y="214312"/>
                </a:lnTo>
                <a:lnTo>
                  <a:pt x="32793" y="190164"/>
                </a:lnTo>
                <a:lnTo>
                  <a:pt x="8522" y="154025"/>
                </a:lnTo>
                <a:lnTo>
                  <a:pt x="2170" y="133229"/>
                </a:lnTo>
                <a:lnTo>
                  <a:pt x="0" y="111396"/>
                </a:lnTo>
              </a:path>
            </a:pathLst>
          </a:custGeom>
          <a:ln w="261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9078" y="930146"/>
            <a:ext cx="90207" cy="110813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4726820" y="955870"/>
            <a:ext cx="1656080" cy="222885"/>
          </a:xfrm>
          <a:custGeom>
            <a:avLst/>
            <a:gdLst/>
            <a:ahLst/>
            <a:cxnLst/>
            <a:rect l="l" t="t" r="r" b="b"/>
            <a:pathLst>
              <a:path w="1656079" h="222884">
                <a:moveTo>
                  <a:pt x="1543563" y="0"/>
                </a:moveTo>
                <a:lnTo>
                  <a:pt x="112077" y="0"/>
                </a:lnTo>
                <a:lnTo>
                  <a:pt x="90111" y="2172"/>
                </a:lnTo>
                <a:lnTo>
                  <a:pt x="49897" y="18834"/>
                </a:lnTo>
                <a:lnTo>
                  <a:pt x="18826" y="49909"/>
                </a:lnTo>
                <a:lnTo>
                  <a:pt x="2171" y="90133"/>
                </a:lnTo>
                <a:lnTo>
                  <a:pt x="0" y="112106"/>
                </a:lnTo>
                <a:lnTo>
                  <a:pt x="2171" y="134078"/>
                </a:lnTo>
                <a:lnTo>
                  <a:pt x="18826" y="174302"/>
                </a:lnTo>
                <a:lnTo>
                  <a:pt x="49897" y="205376"/>
                </a:lnTo>
                <a:lnTo>
                  <a:pt x="90111" y="222035"/>
                </a:lnTo>
                <a:lnTo>
                  <a:pt x="98661" y="222881"/>
                </a:lnTo>
                <a:lnTo>
                  <a:pt x="1556979" y="222881"/>
                </a:lnTo>
                <a:lnTo>
                  <a:pt x="1605743" y="205376"/>
                </a:lnTo>
                <a:lnTo>
                  <a:pt x="1636810" y="174302"/>
                </a:lnTo>
                <a:lnTo>
                  <a:pt x="1653467" y="134078"/>
                </a:lnTo>
                <a:lnTo>
                  <a:pt x="1655641" y="112106"/>
                </a:lnTo>
                <a:lnTo>
                  <a:pt x="1653467" y="90133"/>
                </a:lnTo>
                <a:lnTo>
                  <a:pt x="1636810" y="49909"/>
                </a:lnTo>
                <a:lnTo>
                  <a:pt x="1605743" y="18834"/>
                </a:lnTo>
                <a:lnTo>
                  <a:pt x="1565530" y="2172"/>
                </a:lnTo>
                <a:lnTo>
                  <a:pt x="154356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4727374" y="955871"/>
            <a:ext cx="1584960" cy="222885"/>
          </a:xfrm>
          <a:custGeom>
            <a:avLst/>
            <a:gdLst/>
            <a:ahLst/>
            <a:cxnLst/>
            <a:rect l="l" t="t" r="r" b="b"/>
            <a:pathLst>
              <a:path w="1584960" h="222884">
                <a:moveTo>
                  <a:pt x="1541542" y="0"/>
                </a:moveTo>
                <a:lnTo>
                  <a:pt x="1544309" y="271"/>
                </a:lnTo>
              </a:path>
              <a:path w="1584960" h="222884">
                <a:moveTo>
                  <a:pt x="1584385" y="214313"/>
                </a:moveTo>
                <a:lnTo>
                  <a:pt x="1563487" y="220631"/>
                </a:lnTo>
                <a:lnTo>
                  <a:pt x="1541542" y="222791"/>
                </a:lnTo>
                <a:lnTo>
                  <a:pt x="111547" y="222791"/>
                </a:lnTo>
                <a:lnTo>
                  <a:pt x="68700" y="214312"/>
                </a:lnTo>
                <a:lnTo>
                  <a:pt x="32375" y="190164"/>
                </a:lnTo>
                <a:lnTo>
                  <a:pt x="8104" y="154025"/>
                </a:lnTo>
                <a:lnTo>
                  <a:pt x="1753" y="133229"/>
                </a:lnTo>
                <a:lnTo>
                  <a:pt x="0" y="115597"/>
                </a:lnTo>
              </a:path>
            </a:pathLst>
          </a:custGeom>
          <a:ln w="26115">
            <a:solidFill>
              <a:srgbClr val="1F1A1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14539" y="942813"/>
            <a:ext cx="137440" cy="131068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225102" y="3794918"/>
            <a:ext cx="4752340" cy="4020185"/>
          </a:xfrm>
          <a:custGeom>
            <a:avLst/>
            <a:gdLst/>
            <a:ahLst/>
            <a:cxnLst/>
            <a:rect l="l" t="t" r="r" b="b"/>
            <a:pathLst>
              <a:path w="4752340" h="4020184">
                <a:moveTo>
                  <a:pt x="4407802" y="0"/>
                </a:moveTo>
                <a:lnTo>
                  <a:pt x="343920" y="0"/>
                </a:lnTo>
                <a:lnTo>
                  <a:pt x="319357" y="863"/>
                </a:lnTo>
                <a:lnTo>
                  <a:pt x="271688" y="7598"/>
                </a:lnTo>
                <a:lnTo>
                  <a:pt x="226350" y="20623"/>
                </a:lnTo>
                <a:lnTo>
                  <a:pt x="183806" y="39471"/>
                </a:lnTo>
                <a:lnTo>
                  <a:pt x="144524" y="63679"/>
                </a:lnTo>
                <a:lnTo>
                  <a:pt x="108970" y="92777"/>
                </a:lnTo>
                <a:lnTo>
                  <a:pt x="77607" y="126301"/>
                </a:lnTo>
                <a:lnTo>
                  <a:pt x="50903" y="163786"/>
                </a:lnTo>
                <a:lnTo>
                  <a:pt x="29322" y="204768"/>
                </a:lnTo>
                <a:lnTo>
                  <a:pt x="13331" y="248777"/>
                </a:lnTo>
                <a:lnTo>
                  <a:pt x="3395" y="295352"/>
                </a:lnTo>
                <a:lnTo>
                  <a:pt x="0" y="343466"/>
                </a:lnTo>
                <a:lnTo>
                  <a:pt x="0" y="3676705"/>
                </a:lnTo>
                <a:lnTo>
                  <a:pt x="3395" y="3724819"/>
                </a:lnTo>
                <a:lnTo>
                  <a:pt x="13331" y="3771393"/>
                </a:lnTo>
                <a:lnTo>
                  <a:pt x="29322" y="3815402"/>
                </a:lnTo>
                <a:lnTo>
                  <a:pt x="50903" y="3856384"/>
                </a:lnTo>
                <a:lnTo>
                  <a:pt x="77607" y="3893869"/>
                </a:lnTo>
                <a:lnTo>
                  <a:pt x="108970" y="3927394"/>
                </a:lnTo>
                <a:lnTo>
                  <a:pt x="144524" y="3956493"/>
                </a:lnTo>
                <a:lnTo>
                  <a:pt x="183806" y="3980699"/>
                </a:lnTo>
                <a:lnTo>
                  <a:pt x="226350" y="3999547"/>
                </a:lnTo>
                <a:lnTo>
                  <a:pt x="271688" y="4012572"/>
                </a:lnTo>
                <a:lnTo>
                  <a:pt x="319357" y="4019308"/>
                </a:lnTo>
                <a:lnTo>
                  <a:pt x="343920" y="4020172"/>
                </a:lnTo>
                <a:lnTo>
                  <a:pt x="4407802" y="4020172"/>
                </a:lnTo>
                <a:lnTo>
                  <a:pt x="4456463" y="4016756"/>
                </a:lnTo>
                <a:lnTo>
                  <a:pt x="4503027" y="4006816"/>
                </a:lnTo>
                <a:lnTo>
                  <a:pt x="4547027" y="3990822"/>
                </a:lnTo>
                <a:lnTo>
                  <a:pt x="4587999" y="3969236"/>
                </a:lnTo>
                <a:lnTo>
                  <a:pt x="4625476" y="3942527"/>
                </a:lnTo>
                <a:lnTo>
                  <a:pt x="4658993" y="3911156"/>
                </a:lnTo>
                <a:lnTo>
                  <a:pt x="4688085" y="3875592"/>
                </a:lnTo>
                <a:lnTo>
                  <a:pt x="4712286" y="3836301"/>
                </a:lnTo>
                <a:lnTo>
                  <a:pt x="4731130" y="3793747"/>
                </a:lnTo>
                <a:lnTo>
                  <a:pt x="4744153" y="3748397"/>
                </a:lnTo>
                <a:lnTo>
                  <a:pt x="4750886" y="3700717"/>
                </a:lnTo>
                <a:lnTo>
                  <a:pt x="4751731" y="3676705"/>
                </a:lnTo>
                <a:lnTo>
                  <a:pt x="4751731" y="343466"/>
                </a:lnTo>
                <a:lnTo>
                  <a:pt x="4748335" y="295352"/>
                </a:lnTo>
                <a:lnTo>
                  <a:pt x="4738398" y="248777"/>
                </a:lnTo>
                <a:lnTo>
                  <a:pt x="4722408" y="204768"/>
                </a:lnTo>
                <a:lnTo>
                  <a:pt x="4700827" y="163786"/>
                </a:lnTo>
                <a:lnTo>
                  <a:pt x="4674122" y="126301"/>
                </a:lnTo>
                <a:lnTo>
                  <a:pt x="4642758" y="92777"/>
                </a:lnTo>
                <a:lnTo>
                  <a:pt x="4607202" y="63679"/>
                </a:lnTo>
                <a:lnTo>
                  <a:pt x="4567920" y="39471"/>
                </a:lnTo>
                <a:lnTo>
                  <a:pt x="4525376" y="20623"/>
                </a:lnTo>
                <a:lnTo>
                  <a:pt x="4480036" y="7598"/>
                </a:lnTo>
                <a:lnTo>
                  <a:pt x="4432365" y="863"/>
                </a:lnTo>
                <a:lnTo>
                  <a:pt x="4407802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225094" y="3794918"/>
            <a:ext cx="4752975" cy="3969385"/>
          </a:xfrm>
          <a:custGeom>
            <a:avLst/>
            <a:gdLst/>
            <a:ahLst/>
            <a:cxnLst/>
            <a:rect l="l" t="t" r="r" b="b"/>
            <a:pathLst>
              <a:path w="4752975" h="3969384">
                <a:moveTo>
                  <a:pt x="4408889" y="0"/>
                </a:moveTo>
                <a:lnTo>
                  <a:pt x="4424511" y="549"/>
                </a:lnTo>
              </a:path>
              <a:path w="4752975" h="3969384">
                <a:moveTo>
                  <a:pt x="4433453" y="863"/>
                </a:moveTo>
                <a:lnTo>
                  <a:pt x="4481134" y="7598"/>
                </a:lnTo>
                <a:lnTo>
                  <a:pt x="4526485" y="20623"/>
                </a:lnTo>
                <a:lnTo>
                  <a:pt x="4569039" y="39470"/>
                </a:lnTo>
                <a:lnTo>
                  <a:pt x="4608330" y="63676"/>
                </a:lnTo>
                <a:lnTo>
                  <a:pt x="4643894" y="92773"/>
                </a:lnTo>
                <a:lnTo>
                  <a:pt x="4675264" y="126297"/>
                </a:lnTo>
                <a:lnTo>
                  <a:pt x="4701975" y="163781"/>
                </a:lnTo>
                <a:lnTo>
                  <a:pt x="4723561" y="204760"/>
                </a:lnTo>
                <a:lnTo>
                  <a:pt x="4739556" y="248768"/>
                </a:lnTo>
                <a:lnTo>
                  <a:pt x="4749495" y="295339"/>
                </a:lnTo>
                <a:lnTo>
                  <a:pt x="4752911" y="344008"/>
                </a:lnTo>
                <a:lnTo>
                  <a:pt x="4752911" y="3676088"/>
                </a:lnTo>
                <a:lnTo>
                  <a:pt x="4749495" y="3724758"/>
                </a:lnTo>
                <a:lnTo>
                  <a:pt x="4739556" y="3771330"/>
                </a:lnTo>
                <a:lnTo>
                  <a:pt x="4723561" y="3815339"/>
                </a:lnTo>
                <a:lnTo>
                  <a:pt x="4701975" y="3856318"/>
                </a:lnTo>
                <a:lnTo>
                  <a:pt x="4675264" y="3893803"/>
                </a:lnTo>
                <a:lnTo>
                  <a:pt x="4643894" y="3927327"/>
                </a:lnTo>
                <a:lnTo>
                  <a:pt x="4608330" y="3956424"/>
                </a:lnTo>
                <a:lnTo>
                  <a:pt x="4589123" y="3969166"/>
                </a:lnTo>
              </a:path>
              <a:path w="4752975" h="3969384">
                <a:moveTo>
                  <a:pt x="0" y="3676084"/>
                </a:moveTo>
                <a:lnTo>
                  <a:pt x="0" y="344013"/>
                </a:lnTo>
              </a:path>
            </a:pathLst>
          </a:custGeom>
          <a:ln w="26210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225083" y="7891237"/>
            <a:ext cx="7105650" cy="2540000"/>
          </a:xfrm>
          <a:custGeom>
            <a:avLst/>
            <a:gdLst/>
            <a:ahLst/>
            <a:cxnLst/>
            <a:rect l="l" t="t" r="r" b="b"/>
            <a:pathLst>
              <a:path w="7105650" h="2540000">
                <a:moveTo>
                  <a:pt x="6761693" y="0"/>
                </a:moveTo>
                <a:lnTo>
                  <a:pt x="343940" y="0"/>
                </a:lnTo>
                <a:lnTo>
                  <a:pt x="319377" y="863"/>
                </a:lnTo>
                <a:lnTo>
                  <a:pt x="271708" y="7599"/>
                </a:lnTo>
                <a:lnTo>
                  <a:pt x="226369" y="20624"/>
                </a:lnTo>
                <a:lnTo>
                  <a:pt x="183826" y="39472"/>
                </a:lnTo>
                <a:lnTo>
                  <a:pt x="144544" y="63679"/>
                </a:lnTo>
                <a:lnTo>
                  <a:pt x="108989" y="92777"/>
                </a:lnTo>
                <a:lnTo>
                  <a:pt x="77626" y="126302"/>
                </a:lnTo>
                <a:lnTo>
                  <a:pt x="50922" y="163788"/>
                </a:lnTo>
                <a:lnTo>
                  <a:pt x="29342" y="204768"/>
                </a:lnTo>
                <a:lnTo>
                  <a:pt x="13351" y="248779"/>
                </a:lnTo>
                <a:lnTo>
                  <a:pt x="3415" y="295352"/>
                </a:lnTo>
                <a:lnTo>
                  <a:pt x="0" y="344023"/>
                </a:lnTo>
                <a:lnTo>
                  <a:pt x="0" y="2196470"/>
                </a:lnTo>
                <a:lnTo>
                  <a:pt x="3415" y="2245139"/>
                </a:lnTo>
                <a:lnTo>
                  <a:pt x="13351" y="2291711"/>
                </a:lnTo>
                <a:lnTo>
                  <a:pt x="29342" y="2335719"/>
                </a:lnTo>
                <a:lnTo>
                  <a:pt x="50922" y="2376699"/>
                </a:lnTo>
                <a:lnTo>
                  <a:pt x="77626" y="2414183"/>
                </a:lnTo>
                <a:lnTo>
                  <a:pt x="108989" y="2447708"/>
                </a:lnTo>
                <a:lnTo>
                  <a:pt x="144544" y="2476805"/>
                </a:lnTo>
                <a:lnTo>
                  <a:pt x="183826" y="2501012"/>
                </a:lnTo>
                <a:lnTo>
                  <a:pt x="226369" y="2519860"/>
                </a:lnTo>
                <a:lnTo>
                  <a:pt x="271708" y="2532884"/>
                </a:lnTo>
                <a:lnTo>
                  <a:pt x="319377" y="2539620"/>
                </a:lnTo>
                <a:lnTo>
                  <a:pt x="6782896" y="2539738"/>
                </a:lnTo>
                <a:lnTo>
                  <a:pt x="6786256" y="2539620"/>
                </a:lnTo>
                <a:lnTo>
                  <a:pt x="6833924" y="2532884"/>
                </a:lnTo>
                <a:lnTo>
                  <a:pt x="6879262" y="2519860"/>
                </a:lnTo>
                <a:lnTo>
                  <a:pt x="6921805" y="2501012"/>
                </a:lnTo>
                <a:lnTo>
                  <a:pt x="6961087" y="2476805"/>
                </a:lnTo>
                <a:lnTo>
                  <a:pt x="6996641" y="2447708"/>
                </a:lnTo>
                <a:lnTo>
                  <a:pt x="7028003" y="2414183"/>
                </a:lnTo>
                <a:lnTo>
                  <a:pt x="7054708" y="2376699"/>
                </a:lnTo>
                <a:lnTo>
                  <a:pt x="7076289" y="2335719"/>
                </a:lnTo>
                <a:lnTo>
                  <a:pt x="7092279" y="2291711"/>
                </a:lnTo>
                <a:lnTo>
                  <a:pt x="7102216" y="2245139"/>
                </a:lnTo>
                <a:lnTo>
                  <a:pt x="7105631" y="2196470"/>
                </a:lnTo>
                <a:lnTo>
                  <a:pt x="7105631" y="344023"/>
                </a:lnTo>
                <a:lnTo>
                  <a:pt x="7102216" y="295352"/>
                </a:lnTo>
                <a:lnTo>
                  <a:pt x="7092279" y="248779"/>
                </a:lnTo>
                <a:lnTo>
                  <a:pt x="7076289" y="204768"/>
                </a:lnTo>
                <a:lnTo>
                  <a:pt x="7054708" y="163788"/>
                </a:lnTo>
                <a:lnTo>
                  <a:pt x="7028003" y="126302"/>
                </a:lnTo>
                <a:lnTo>
                  <a:pt x="6996641" y="92777"/>
                </a:lnTo>
                <a:lnTo>
                  <a:pt x="6961087" y="63679"/>
                </a:lnTo>
                <a:lnTo>
                  <a:pt x="6921805" y="39472"/>
                </a:lnTo>
                <a:lnTo>
                  <a:pt x="6879262" y="20624"/>
                </a:lnTo>
                <a:lnTo>
                  <a:pt x="6833924" y="7599"/>
                </a:lnTo>
                <a:lnTo>
                  <a:pt x="6786256" y="863"/>
                </a:lnTo>
                <a:lnTo>
                  <a:pt x="6761693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25103" y="8235083"/>
            <a:ext cx="7019925" cy="2195830"/>
          </a:xfrm>
          <a:custGeom>
            <a:avLst/>
            <a:gdLst/>
            <a:ahLst/>
            <a:cxnLst/>
            <a:rect l="l" t="t" r="r" b="b"/>
            <a:pathLst>
              <a:path w="7019925" h="2195829">
                <a:moveTo>
                  <a:pt x="7019818" y="2077518"/>
                </a:moveTo>
                <a:lnTo>
                  <a:pt x="6978551" y="2117728"/>
                </a:lnTo>
                <a:lnTo>
                  <a:pt x="6941078" y="2144424"/>
                </a:lnTo>
                <a:lnTo>
                  <a:pt x="6900112" y="2165998"/>
                </a:lnTo>
                <a:lnTo>
                  <a:pt x="6856117" y="2181985"/>
                </a:lnTo>
                <a:lnTo>
                  <a:pt x="6809559" y="2191918"/>
                </a:lnTo>
                <a:lnTo>
                  <a:pt x="6785465" y="2194469"/>
                </a:lnTo>
                <a:lnTo>
                  <a:pt x="6761076" y="2195327"/>
                </a:lnTo>
              </a:path>
              <a:path w="7019925" h="2195829">
                <a:moveTo>
                  <a:pt x="343730" y="2195327"/>
                </a:moveTo>
                <a:lnTo>
                  <a:pt x="295247" y="2191918"/>
                </a:lnTo>
                <a:lnTo>
                  <a:pt x="248690" y="2181985"/>
                </a:lnTo>
                <a:lnTo>
                  <a:pt x="204696" y="2165998"/>
                </a:lnTo>
                <a:lnTo>
                  <a:pt x="163730" y="2144424"/>
                </a:lnTo>
                <a:lnTo>
                  <a:pt x="126257" y="2117728"/>
                </a:lnTo>
                <a:lnTo>
                  <a:pt x="92744" y="2086374"/>
                </a:lnTo>
                <a:lnTo>
                  <a:pt x="63656" y="2050829"/>
                </a:lnTo>
                <a:lnTo>
                  <a:pt x="39458" y="2011559"/>
                </a:lnTo>
                <a:lnTo>
                  <a:pt x="20616" y="1969028"/>
                </a:lnTo>
                <a:lnTo>
                  <a:pt x="7596" y="1923702"/>
                </a:lnTo>
                <a:lnTo>
                  <a:pt x="863" y="1876047"/>
                </a:lnTo>
                <a:lnTo>
                  <a:pt x="433" y="1863826"/>
                </a:lnTo>
              </a:path>
              <a:path w="7019925" h="2195829">
                <a:moveTo>
                  <a:pt x="0" y="1851491"/>
                </a:moveTo>
                <a:lnTo>
                  <a:pt x="0" y="0"/>
                </a:lnTo>
              </a:path>
            </a:pathLst>
          </a:custGeom>
          <a:ln w="32749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906399" y="3780965"/>
            <a:ext cx="3387725" cy="222885"/>
          </a:xfrm>
          <a:custGeom>
            <a:avLst/>
            <a:gdLst/>
            <a:ahLst/>
            <a:cxnLst/>
            <a:rect l="l" t="t" r="r" b="b"/>
            <a:pathLst>
              <a:path w="3387725" h="222885">
                <a:moveTo>
                  <a:pt x="3277050" y="0"/>
                </a:moveTo>
                <a:lnTo>
                  <a:pt x="112082" y="0"/>
                </a:lnTo>
                <a:lnTo>
                  <a:pt x="90113" y="2174"/>
                </a:lnTo>
                <a:lnTo>
                  <a:pt x="49898" y="18840"/>
                </a:lnTo>
                <a:lnTo>
                  <a:pt x="18830" y="49913"/>
                </a:lnTo>
                <a:lnTo>
                  <a:pt x="2173" y="90136"/>
                </a:lnTo>
                <a:lnTo>
                  <a:pt x="0" y="112114"/>
                </a:lnTo>
                <a:lnTo>
                  <a:pt x="2173" y="134085"/>
                </a:lnTo>
                <a:lnTo>
                  <a:pt x="18830" y="174308"/>
                </a:lnTo>
                <a:lnTo>
                  <a:pt x="49898" y="205381"/>
                </a:lnTo>
                <a:lnTo>
                  <a:pt x="90113" y="222042"/>
                </a:lnTo>
                <a:lnTo>
                  <a:pt x="98595" y="222882"/>
                </a:lnTo>
                <a:lnTo>
                  <a:pt x="3290539" y="222882"/>
                </a:lnTo>
                <a:lnTo>
                  <a:pt x="3339237" y="205381"/>
                </a:lnTo>
                <a:lnTo>
                  <a:pt x="3370304" y="174308"/>
                </a:lnTo>
                <a:lnTo>
                  <a:pt x="3387654" y="127114"/>
                </a:lnTo>
                <a:lnTo>
                  <a:pt x="3387654" y="97109"/>
                </a:lnTo>
                <a:lnTo>
                  <a:pt x="3370304" y="49913"/>
                </a:lnTo>
                <a:lnTo>
                  <a:pt x="3339237" y="18840"/>
                </a:lnTo>
                <a:lnTo>
                  <a:pt x="3299022" y="2174"/>
                </a:lnTo>
                <a:lnTo>
                  <a:pt x="3277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4184305" y="3783127"/>
            <a:ext cx="78105" cy="220979"/>
          </a:xfrm>
          <a:custGeom>
            <a:avLst/>
            <a:gdLst/>
            <a:ahLst/>
            <a:cxnLst/>
            <a:rect l="l" t="t" r="r" b="b"/>
            <a:pathLst>
              <a:path w="78104" h="220979">
                <a:moveTo>
                  <a:pt x="21965" y="0"/>
                </a:moveTo>
                <a:lnTo>
                  <a:pt x="22939" y="294"/>
                </a:lnTo>
              </a:path>
              <a:path w="78104" h="220979">
                <a:moveTo>
                  <a:pt x="42890" y="6320"/>
                </a:moveTo>
                <a:lnTo>
                  <a:pt x="43842" y="6825"/>
                </a:lnTo>
              </a:path>
              <a:path w="78104" h="220979">
                <a:moveTo>
                  <a:pt x="77511" y="189429"/>
                </a:moveTo>
                <a:lnTo>
                  <a:pt x="62181" y="201914"/>
                </a:lnTo>
                <a:lnTo>
                  <a:pt x="42886" y="212151"/>
                </a:lnTo>
                <a:lnTo>
                  <a:pt x="21962" y="218470"/>
                </a:lnTo>
                <a:lnTo>
                  <a:pt x="0" y="220630"/>
                </a:lnTo>
              </a:path>
            </a:pathLst>
          </a:custGeom>
          <a:ln w="26131">
            <a:solidFill>
              <a:srgbClr val="1F1A1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3613" y="3879299"/>
            <a:ext cx="138229" cy="137525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2241870" y="7870785"/>
            <a:ext cx="3071495" cy="216535"/>
          </a:xfrm>
          <a:custGeom>
            <a:avLst/>
            <a:gdLst/>
            <a:ahLst/>
            <a:cxnLst/>
            <a:rect l="l" t="t" r="r" b="b"/>
            <a:pathLst>
              <a:path w="3071495" h="216534">
                <a:moveTo>
                  <a:pt x="2963635" y="0"/>
                </a:moveTo>
                <a:lnTo>
                  <a:pt x="108419" y="0"/>
                </a:lnTo>
                <a:lnTo>
                  <a:pt x="87167" y="2103"/>
                </a:lnTo>
                <a:lnTo>
                  <a:pt x="48267" y="18219"/>
                </a:lnTo>
                <a:lnTo>
                  <a:pt x="18215" y="48277"/>
                </a:lnTo>
                <a:lnTo>
                  <a:pt x="2101" y="87186"/>
                </a:lnTo>
                <a:lnTo>
                  <a:pt x="0" y="108444"/>
                </a:lnTo>
                <a:lnTo>
                  <a:pt x="2101" y="129701"/>
                </a:lnTo>
                <a:lnTo>
                  <a:pt x="18215" y="168610"/>
                </a:lnTo>
                <a:lnTo>
                  <a:pt x="48267" y="198668"/>
                </a:lnTo>
                <a:lnTo>
                  <a:pt x="87167" y="214786"/>
                </a:lnTo>
                <a:lnTo>
                  <a:pt x="98966" y="215953"/>
                </a:lnTo>
                <a:lnTo>
                  <a:pt x="2973089" y="215953"/>
                </a:lnTo>
                <a:lnTo>
                  <a:pt x="3023792" y="198668"/>
                </a:lnTo>
                <a:lnTo>
                  <a:pt x="3053849" y="168610"/>
                </a:lnTo>
                <a:lnTo>
                  <a:pt x="3071337" y="115808"/>
                </a:lnTo>
                <a:lnTo>
                  <a:pt x="3071337" y="101079"/>
                </a:lnTo>
                <a:lnTo>
                  <a:pt x="3053849" y="48277"/>
                </a:lnTo>
                <a:lnTo>
                  <a:pt x="3023792" y="18219"/>
                </a:lnTo>
                <a:lnTo>
                  <a:pt x="2984887" y="2103"/>
                </a:lnTo>
                <a:lnTo>
                  <a:pt x="29636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bg 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10637" y="7856523"/>
            <a:ext cx="119885" cy="244763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5107073" y="3812948"/>
            <a:ext cx="2222500" cy="4002404"/>
          </a:xfrm>
          <a:custGeom>
            <a:avLst/>
            <a:gdLst/>
            <a:ahLst/>
            <a:cxnLst/>
            <a:rect l="l" t="t" r="r" b="b"/>
            <a:pathLst>
              <a:path w="2222500" h="4002404">
                <a:moveTo>
                  <a:pt x="1879704" y="0"/>
                </a:moveTo>
                <a:lnTo>
                  <a:pt x="343947" y="0"/>
                </a:lnTo>
                <a:lnTo>
                  <a:pt x="319384" y="863"/>
                </a:lnTo>
                <a:lnTo>
                  <a:pt x="271713" y="7598"/>
                </a:lnTo>
                <a:lnTo>
                  <a:pt x="226373" y="20623"/>
                </a:lnTo>
                <a:lnTo>
                  <a:pt x="183829" y="39471"/>
                </a:lnTo>
                <a:lnTo>
                  <a:pt x="144547" y="63679"/>
                </a:lnTo>
                <a:lnTo>
                  <a:pt x="108991" y="92777"/>
                </a:lnTo>
                <a:lnTo>
                  <a:pt x="77628" y="126301"/>
                </a:lnTo>
                <a:lnTo>
                  <a:pt x="50923" y="163786"/>
                </a:lnTo>
                <a:lnTo>
                  <a:pt x="29343" y="204768"/>
                </a:lnTo>
                <a:lnTo>
                  <a:pt x="13351" y="248777"/>
                </a:lnTo>
                <a:lnTo>
                  <a:pt x="3415" y="295352"/>
                </a:lnTo>
                <a:lnTo>
                  <a:pt x="0" y="344023"/>
                </a:lnTo>
                <a:lnTo>
                  <a:pt x="0" y="3658116"/>
                </a:lnTo>
                <a:lnTo>
                  <a:pt x="3415" y="3706788"/>
                </a:lnTo>
                <a:lnTo>
                  <a:pt x="13351" y="3753361"/>
                </a:lnTo>
                <a:lnTo>
                  <a:pt x="29343" y="3797372"/>
                </a:lnTo>
                <a:lnTo>
                  <a:pt x="50923" y="3838352"/>
                </a:lnTo>
                <a:lnTo>
                  <a:pt x="77628" y="3875838"/>
                </a:lnTo>
                <a:lnTo>
                  <a:pt x="108991" y="3909363"/>
                </a:lnTo>
                <a:lnTo>
                  <a:pt x="144547" y="3938461"/>
                </a:lnTo>
                <a:lnTo>
                  <a:pt x="183829" y="3962667"/>
                </a:lnTo>
                <a:lnTo>
                  <a:pt x="226373" y="3981517"/>
                </a:lnTo>
                <a:lnTo>
                  <a:pt x="271713" y="3994541"/>
                </a:lnTo>
                <a:lnTo>
                  <a:pt x="319384" y="4001277"/>
                </a:lnTo>
                <a:lnTo>
                  <a:pt x="343947" y="4002140"/>
                </a:lnTo>
                <a:lnTo>
                  <a:pt x="1879704" y="4002140"/>
                </a:lnTo>
                <a:lnTo>
                  <a:pt x="1928364" y="3998725"/>
                </a:lnTo>
                <a:lnTo>
                  <a:pt x="1974927" y="3988786"/>
                </a:lnTo>
                <a:lnTo>
                  <a:pt x="2018926" y="3972792"/>
                </a:lnTo>
                <a:lnTo>
                  <a:pt x="2059896" y="3951206"/>
                </a:lnTo>
                <a:lnTo>
                  <a:pt x="2097373" y="3924495"/>
                </a:lnTo>
                <a:lnTo>
                  <a:pt x="2130889" y="3893125"/>
                </a:lnTo>
                <a:lnTo>
                  <a:pt x="2159980" y="3857561"/>
                </a:lnTo>
                <a:lnTo>
                  <a:pt x="2184180" y="3818270"/>
                </a:lnTo>
                <a:lnTo>
                  <a:pt x="2203023" y="3775716"/>
                </a:lnTo>
                <a:lnTo>
                  <a:pt x="2216044" y="3730367"/>
                </a:lnTo>
                <a:lnTo>
                  <a:pt x="2222301" y="3687188"/>
                </a:lnTo>
                <a:lnTo>
                  <a:pt x="2222301" y="314952"/>
                </a:lnTo>
                <a:lnTo>
                  <a:pt x="2216044" y="271773"/>
                </a:lnTo>
                <a:lnTo>
                  <a:pt x="2203023" y="226424"/>
                </a:lnTo>
                <a:lnTo>
                  <a:pt x="2184180" y="183870"/>
                </a:lnTo>
                <a:lnTo>
                  <a:pt x="2159980" y="144579"/>
                </a:lnTo>
                <a:lnTo>
                  <a:pt x="2130889" y="109015"/>
                </a:lnTo>
                <a:lnTo>
                  <a:pt x="2097373" y="77645"/>
                </a:lnTo>
                <a:lnTo>
                  <a:pt x="2059896" y="50934"/>
                </a:lnTo>
                <a:lnTo>
                  <a:pt x="2018926" y="29349"/>
                </a:lnTo>
                <a:lnTo>
                  <a:pt x="1974927" y="13354"/>
                </a:lnTo>
                <a:lnTo>
                  <a:pt x="1928364" y="3416"/>
                </a:lnTo>
                <a:lnTo>
                  <a:pt x="1879704" y="0"/>
                </a:lnTo>
                <a:close/>
              </a:path>
            </a:pathLst>
          </a:custGeom>
          <a:solidFill>
            <a:srgbClr val="FFFD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bg 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09105" y="3827529"/>
            <a:ext cx="195758" cy="182502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5136422" y="7611781"/>
            <a:ext cx="2155825" cy="205104"/>
          </a:xfrm>
          <a:custGeom>
            <a:avLst/>
            <a:gdLst/>
            <a:ahLst/>
            <a:cxnLst/>
            <a:rect l="l" t="t" r="r" b="b"/>
            <a:pathLst>
              <a:path w="2155825" h="205104">
                <a:moveTo>
                  <a:pt x="2155335" y="20901"/>
                </a:moveTo>
                <a:lnTo>
                  <a:pt x="2131129" y="60204"/>
                </a:lnTo>
                <a:lnTo>
                  <a:pt x="2102030" y="95778"/>
                </a:lnTo>
                <a:lnTo>
                  <a:pt x="2068505" y="127158"/>
                </a:lnTo>
                <a:lnTo>
                  <a:pt x="2031020" y="153878"/>
                </a:lnTo>
                <a:lnTo>
                  <a:pt x="1990040" y="175471"/>
                </a:lnTo>
                <a:lnTo>
                  <a:pt x="1946029" y="191471"/>
                </a:lnTo>
                <a:lnTo>
                  <a:pt x="1899456" y="201413"/>
                </a:lnTo>
                <a:lnTo>
                  <a:pt x="1850785" y="204831"/>
                </a:lnTo>
                <a:lnTo>
                  <a:pt x="314672" y="204831"/>
                </a:lnTo>
                <a:lnTo>
                  <a:pt x="266001" y="201413"/>
                </a:lnTo>
                <a:lnTo>
                  <a:pt x="219427" y="191471"/>
                </a:lnTo>
                <a:lnTo>
                  <a:pt x="175417" y="175471"/>
                </a:lnTo>
                <a:lnTo>
                  <a:pt x="134437" y="153878"/>
                </a:lnTo>
                <a:lnTo>
                  <a:pt x="96951" y="127158"/>
                </a:lnTo>
                <a:lnTo>
                  <a:pt x="63426" y="95778"/>
                </a:lnTo>
                <a:lnTo>
                  <a:pt x="34328" y="60204"/>
                </a:lnTo>
                <a:lnTo>
                  <a:pt x="10122" y="20901"/>
                </a:lnTo>
                <a:lnTo>
                  <a:pt x="0" y="0"/>
                </a:lnTo>
              </a:path>
            </a:pathLst>
          </a:custGeom>
          <a:ln w="26219">
            <a:solidFill>
              <a:srgbClr val="FAA32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6" name="bg 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93966" y="3943204"/>
            <a:ext cx="90892" cy="227033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5425407" y="3780964"/>
            <a:ext cx="1656080" cy="222885"/>
          </a:xfrm>
          <a:custGeom>
            <a:avLst/>
            <a:gdLst/>
            <a:ahLst/>
            <a:cxnLst/>
            <a:rect l="l" t="t" r="r" b="b"/>
            <a:pathLst>
              <a:path w="1656079" h="222885">
                <a:moveTo>
                  <a:pt x="1543564" y="0"/>
                </a:moveTo>
                <a:lnTo>
                  <a:pt x="112078" y="0"/>
                </a:lnTo>
                <a:lnTo>
                  <a:pt x="90111" y="2174"/>
                </a:lnTo>
                <a:lnTo>
                  <a:pt x="49898" y="18840"/>
                </a:lnTo>
                <a:lnTo>
                  <a:pt x="18830" y="49913"/>
                </a:lnTo>
                <a:lnTo>
                  <a:pt x="2174" y="90136"/>
                </a:lnTo>
                <a:lnTo>
                  <a:pt x="0" y="112114"/>
                </a:lnTo>
                <a:lnTo>
                  <a:pt x="2174" y="134085"/>
                </a:lnTo>
                <a:lnTo>
                  <a:pt x="18830" y="174308"/>
                </a:lnTo>
                <a:lnTo>
                  <a:pt x="49898" y="205381"/>
                </a:lnTo>
                <a:lnTo>
                  <a:pt x="90111" y="222042"/>
                </a:lnTo>
                <a:lnTo>
                  <a:pt x="98592" y="222882"/>
                </a:lnTo>
                <a:lnTo>
                  <a:pt x="1557049" y="222882"/>
                </a:lnTo>
                <a:lnTo>
                  <a:pt x="1605744" y="205381"/>
                </a:lnTo>
                <a:lnTo>
                  <a:pt x="1636811" y="174308"/>
                </a:lnTo>
                <a:lnTo>
                  <a:pt x="1653468" y="134085"/>
                </a:lnTo>
                <a:lnTo>
                  <a:pt x="1655641" y="112114"/>
                </a:lnTo>
                <a:lnTo>
                  <a:pt x="1653468" y="90136"/>
                </a:lnTo>
                <a:lnTo>
                  <a:pt x="1636811" y="49913"/>
                </a:lnTo>
                <a:lnTo>
                  <a:pt x="1605744" y="18840"/>
                </a:lnTo>
                <a:lnTo>
                  <a:pt x="1565530" y="2174"/>
                </a:lnTo>
                <a:lnTo>
                  <a:pt x="15435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6967505" y="3966781"/>
            <a:ext cx="83185" cy="37465"/>
          </a:xfrm>
          <a:custGeom>
            <a:avLst/>
            <a:gdLst/>
            <a:ahLst/>
            <a:cxnLst/>
            <a:rect l="l" t="t" r="r" b="b"/>
            <a:pathLst>
              <a:path w="83184" h="37464">
                <a:moveTo>
                  <a:pt x="82754" y="0"/>
                </a:moveTo>
                <a:lnTo>
                  <a:pt x="79169" y="4349"/>
                </a:lnTo>
                <a:lnTo>
                  <a:pt x="62116" y="18261"/>
                </a:lnTo>
                <a:lnTo>
                  <a:pt x="42844" y="28497"/>
                </a:lnTo>
                <a:lnTo>
                  <a:pt x="21942" y="34817"/>
                </a:lnTo>
                <a:lnTo>
                  <a:pt x="0" y="36976"/>
                </a:lnTo>
              </a:path>
            </a:pathLst>
          </a:custGeom>
          <a:ln w="26117">
            <a:solidFill>
              <a:srgbClr val="1F1A1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12485" y="3879308"/>
            <a:ext cx="138077" cy="137507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5535780" y="3780966"/>
            <a:ext cx="1905" cy="635"/>
          </a:xfrm>
          <a:custGeom>
            <a:avLst/>
            <a:gdLst/>
            <a:ahLst/>
            <a:cxnLst/>
            <a:rect l="l" t="t" r="r" b="b"/>
            <a:pathLst>
              <a:path w="1904" h="635">
                <a:moveTo>
                  <a:pt x="0" y="169"/>
                </a:moveTo>
                <a:lnTo>
                  <a:pt x="1725" y="0"/>
                </a:lnTo>
              </a:path>
            </a:pathLst>
          </a:custGeom>
          <a:ln w="26118">
            <a:solidFill>
              <a:srgbClr val="1F1A1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1" name="bg object 5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23912" y="7012213"/>
            <a:ext cx="700666" cy="683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52111" y="235161"/>
            <a:ext cx="3879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0" b="1">
                <a:solidFill>
                  <a:srgbClr val="231F20"/>
                </a:solidFill>
                <a:latin typeface="Verdana"/>
                <a:cs typeface="Verdana"/>
              </a:rPr>
              <a:t>Title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31283" y="329185"/>
            <a:ext cx="847725" cy="354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1465" marR="5080" indent="-279400">
              <a:lnSpc>
                <a:spcPct val="12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231F20"/>
                </a:solidFill>
                <a:latin typeface="Trebuchet MS"/>
                <a:cs typeface="Trebuchet MS"/>
              </a:rPr>
              <a:t>Industry</a:t>
            </a:r>
            <a:r>
              <a:rPr dirty="0" sz="900" spc="-15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900" spc="-25" b="1">
                <a:solidFill>
                  <a:srgbClr val="231F20"/>
                </a:solidFill>
                <a:latin typeface="Trebuchet MS"/>
                <a:cs typeface="Trebuchet MS"/>
              </a:rPr>
              <a:t>Mentor </a:t>
            </a:r>
            <a:r>
              <a:rPr dirty="0" sz="900" spc="-20" b="1">
                <a:solidFill>
                  <a:srgbClr val="231F20"/>
                </a:solidFill>
                <a:latin typeface="Trebuchet MS"/>
                <a:cs typeface="Trebuchet MS"/>
              </a:rPr>
              <a:t>Name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90144" y="7897851"/>
            <a:ext cx="11366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95" b="1">
                <a:solidFill>
                  <a:srgbClr val="231F20"/>
                </a:solidFill>
                <a:latin typeface="Verdana"/>
                <a:cs typeface="Verdana"/>
              </a:rPr>
              <a:t>Experiments</a:t>
            </a:r>
            <a:r>
              <a:rPr dirty="0" sz="800" spc="-180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231F20"/>
                </a:solidFill>
                <a:latin typeface="Verdana"/>
                <a:cs typeface="Verdana"/>
              </a:rPr>
              <a:t>&amp;</a:t>
            </a:r>
            <a:r>
              <a:rPr dirty="0" sz="800" spc="8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spc="-50" b="1">
                <a:solidFill>
                  <a:srgbClr val="231F20"/>
                </a:solidFill>
                <a:latin typeface="Verdana"/>
                <a:cs typeface="Verdana"/>
              </a:rPr>
              <a:t>Results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04544" y="313947"/>
            <a:ext cx="497205" cy="3549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900" spc="-20" b="1">
                <a:solidFill>
                  <a:srgbClr val="231F20"/>
                </a:solidFill>
                <a:latin typeface="Trebuchet MS"/>
                <a:cs typeface="Trebuchet MS"/>
              </a:rPr>
              <a:t>Name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900" b="1">
                <a:solidFill>
                  <a:srgbClr val="231F20"/>
                </a:solidFill>
                <a:latin typeface="Trebuchet MS"/>
                <a:cs typeface="Trebuchet MS"/>
              </a:rPr>
              <a:t>ED</a:t>
            </a:r>
            <a:r>
              <a:rPr dirty="0" sz="900" spc="-55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231F20"/>
                </a:solidFill>
                <a:latin typeface="Trebuchet MS"/>
                <a:cs typeface="Trebuchet MS"/>
              </a:rPr>
              <a:t>**B***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45330" y="3810482"/>
            <a:ext cx="6508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85" b="1">
                <a:solidFill>
                  <a:srgbClr val="231F20"/>
                </a:solidFill>
                <a:latin typeface="Verdana"/>
                <a:cs typeface="Verdana"/>
              </a:rPr>
              <a:t>Methodology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95" y="1251786"/>
            <a:ext cx="37196" cy="372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95" y="1712198"/>
            <a:ext cx="37196" cy="3720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95" y="2172610"/>
            <a:ext cx="37196" cy="3720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94791" y="963651"/>
            <a:ext cx="1982470" cy="36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7265">
              <a:lnSpc>
                <a:spcPct val="100000"/>
              </a:lnSpc>
              <a:spcBef>
                <a:spcPts val="100"/>
              </a:spcBef>
            </a:pPr>
            <a:r>
              <a:rPr dirty="0" sz="800" spc="-90" b="1">
                <a:solidFill>
                  <a:srgbClr val="231F20"/>
                </a:solidFill>
                <a:latin typeface="Verdana"/>
                <a:cs typeface="Verdana"/>
              </a:rPr>
              <a:t>Problem</a:t>
            </a:r>
            <a:r>
              <a:rPr dirty="0" sz="800" spc="-10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spc="-20" b="1">
                <a:solidFill>
                  <a:srgbClr val="231F20"/>
                </a:solidFill>
                <a:latin typeface="Verdana"/>
                <a:cs typeface="Verdana"/>
              </a:rPr>
              <a:t>Statement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900" spc="-55">
                <a:solidFill>
                  <a:srgbClr val="231F20"/>
                </a:solidFill>
                <a:latin typeface="Verdana"/>
                <a:cs typeface="Verdana"/>
              </a:rPr>
              <a:t>Development</a:t>
            </a:r>
            <a:r>
              <a:rPr dirty="0" sz="900" spc="15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231F20"/>
                </a:solidFill>
                <a:latin typeface="Verdana"/>
                <a:cs typeface="Verdana"/>
              </a:rPr>
              <a:t>of</a:t>
            </a:r>
            <a:r>
              <a:rPr dirty="0" sz="900" spc="195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231F20"/>
                </a:solidFill>
                <a:latin typeface="Verdana"/>
                <a:cs typeface="Verdana"/>
              </a:rPr>
              <a:t>****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95" y="2939964"/>
            <a:ext cx="37196" cy="3720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495" y="3400376"/>
            <a:ext cx="37196" cy="3720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4633" y="1288937"/>
            <a:ext cx="37196" cy="3720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4633" y="1749349"/>
            <a:ext cx="37196" cy="3720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057930" y="984987"/>
            <a:ext cx="1796414" cy="381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31F20"/>
                </a:solidFill>
                <a:latin typeface="Verdana"/>
                <a:cs typeface="Verdana"/>
              </a:rPr>
              <a:t>Objectives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900" spc="-70">
                <a:solidFill>
                  <a:srgbClr val="231F20"/>
                </a:solidFill>
                <a:latin typeface="Verdana"/>
                <a:cs typeface="Verdana"/>
              </a:rPr>
              <a:t>Design</a:t>
            </a:r>
            <a:r>
              <a:rPr dirty="0" sz="900" spc="-11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60">
                <a:solidFill>
                  <a:srgbClr val="231F20"/>
                </a:solidFill>
                <a:latin typeface="Verdana"/>
                <a:cs typeface="Verdana"/>
              </a:rPr>
              <a:t>and</a:t>
            </a:r>
            <a:r>
              <a:rPr dirty="0" sz="900" spc="-95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75">
                <a:solidFill>
                  <a:srgbClr val="231F20"/>
                </a:solidFill>
                <a:latin typeface="Verdana"/>
                <a:cs typeface="Verdana"/>
              </a:rPr>
              <a:t>develop</a:t>
            </a:r>
            <a:r>
              <a:rPr dirty="0" sz="900" spc="-100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231F20"/>
                </a:solidFill>
                <a:latin typeface="Verdana"/>
                <a:cs typeface="Verdana"/>
              </a:rPr>
              <a:t>******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4633" y="2056290"/>
            <a:ext cx="37196" cy="3720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4633" y="2516702"/>
            <a:ext cx="37196" cy="3720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4633" y="3130586"/>
            <a:ext cx="37196" cy="37204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5248778" y="4081690"/>
            <a:ext cx="1936750" cy="3660140"/>
            <a:chOff x="5248778" y="4081690"/>
            <a:chExt cx="1936750" cy="3660140"/>
          </a:xfrm>
        </p:grpSpPr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8778" y="4081690"/>
              <a:ext cx="36031" cy="3603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48778" y="4851633"/>
              <a:ext cx="36031" cy="3603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8778" y="5467587"/>
              <a:ext cx="36031" cy="3603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48778" y="6083542"/>
              <a:ext cx="36031" cy="360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8778" y="7165318"/>
              <a:ext cx="36031" cy="3603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48778" y="7473296"/>
              <a:ext cx="36031" cy="3603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343355" y="6873403"/>
              <a:ext cx="842010" cy="868680"/>
            </a:xfrm>
            <a:custGeom>
              <a:avLst/>
              <a:gdLst/>
              <a:ahLst/>
              <a:cxnLst/>
              <a:rect l="l" t="t" r="r" b="b"/>
              <a:pathLst>
                <a:path w="842009" h="868679">
                  <a:moveTo>
                    <a:pt x="841904" y="0"/>
                  </a:moveTo>
                  <a:lnTo>
                    <a:pt x="0" y="0"/>
                  </a:lnTo>
                  <a:lnTo>
                    <a:pt x="0" y="868381"/>
                  </a:lnTo>
                  <a:lnTo>
                    <a:pt x="841904" y="868381"/>
                  </a:lnTo>
                  <a:lnTo>
                    <a:pt x="841904" y="0"/>
                  </a:lnTo>
                  <a:close/>
                </a:path>
              </a:pathLst>
            </a:custGeom>
            <a:solidFill>
              <a:srgbClr val="FFF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618546" y="3810482"/>
            <a:ext cx="12642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80" b="1">
                <a:solidFill>
                  <a:srgbClr val="231F20"/>
                </a:solidFill>
                <a:latin typeface="Verdana"/>
                <a:cs typeface="Verdana"/>
              </a:rPr>
              <a:t>Summary</a:t>
            </a:r>
            <a:r>
              <a:rPr dirty="0" sz="800" spc="-13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b="1">
                <a:solidFill>
                  <a:srgbClr val="231F20"/>
                </a:solidFill>
                <a:latin typeface="Verdana"/>
                <a:cs typeface="Verdana"/>
              </a:rPr>
              <a:t>&amp;</a:t>
            </a:r>
            <a:r>
              <a:rPr dirty="0" sz="800" spc="-16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spc="-85" b="1">
                <a:solidFill>
                  <a:srgbClr val="231F20"/>
                </a:solidFill>
                <a:latin typeface="Verdana"/>
                <a:cs typeface="Verdana"/>
              </a:rPr>
              <a:t>Future</a:t>
            </a:r>
            <a:r>
              <a:rPr dirty="0" sz="800" spc="-140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800" spc="-20" b="1">
                <a:solidFill>
                  <a:srgbClr val="231F20"/>
                </a:solidFill>
                <a:latin typeface="Verdana"/>
                <a:cs typeface="Verdana"/>
              </a:rPr>
              <a:t>Work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236874" y="5068796"/>
            <a:ext cx="188087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0" b="1">
                <a:solidFill>
                  <a:srgbClr val="231F20"/>
                </a:solidFill>
                <a:latin typeface="Verdana"/>
                <a:cs typeface="Verdana"/>
              </a:rPr>
              <a:t>Work</a:t>
            </a:r>
            <a:r>
              <a:rPr dirty="0" sz="900" spc="-18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90" b="1">
                <a:solidFill>
                  <a:srgbClr val="231F20"/>
                </a:solidFill>
                <a:latin typeface="Verdana"/>
                <a:cs typeface="Verdana"/>
              </a:rPr>
              <a:t>Plan</a:t>
            </a:r>
            <a:r>
              <a:rPr dirty="0" sz="900" spc="-18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80" b="1">
                <a:solidFill>
                  <a:srgbClr val="231F20"/>
                </a:solidFill>
                <a:latin typeface="Verdana"/>
                <a:cs typeface="Verdana"/>
              </a:rPr>
              <a:t>for</a:t>
            </a:r>
            <a:r>
              <a:rPr dirty="0" sz="900" spc="-17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85" b="1">
                <a:solidFill>
                  <a:srgbClr val="231F20"/>
                </a:solidFill>
                <a:latin typeface="Verdana"/>
                <a:cs typeface="Verdana"/>
              </a:rPr>
              <a:t>the</a:t>
            </a:r>
            <a:r>
              <a:rPr dirty="0" sz="900" spc="-18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105" b="1">
                <a:solidFill>
                  <a:srgbClr val="231F20"/>
                </a:solidFill>
                <a:latin typeface="Verdana"/>
                <a:cs typeface="Verdana"/>
              </a:rPr>
              <a:t>remaining</a:t>
            </a:r>
            <a:r>
              <a:rPr dirty="0" sz="900" spc="-18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90" b="1">
                <a:solidFill>
                  <a:srgbClr val="231F20"/>
                </a:solidFill>
                <a:latin typeface="Verdana"/>
                <a:cs typeface="Verdana"/>
              </a:rPr>
              <a:t>term</a:t>
            </a:r>
            <a:r>
              <a:rPr dirty="0" sz="900" spc="-225" b="1">
                <a:solidFill>
                  <a:srgbClr val="231F20"/>
                </a:solidFill>
                <a:latin typeface="Verdana"/>
                <a:cs typeface="Verdana"/>
              </a:rPr>
              <a:t> </a:t>
            </a:r>
            <a:r>
              <a:rPr dirty="0" sz="900" spc="-25" b="1">
                <a:solidFill>
                  <a:srgbClr val="231F20"/>
                </a:solidFill>
                <a:latin typeface="Verdana"/>
                <a:cs typeface="Verdana"/>
              </a:rPr>
              <a:t>:-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267259" y="345322"/>
            <a:ext cx="496570" cy="410209"/>
          </a:xfrm>
          <a:prstGeom prst="rect">
            <a:avLst/>
          </a:prstGeom>
          <a:solidFill>
            <a:srgbClr val="4F81BD"/>
          </a:solidFill>
          <a:ln w="13156">
            <a:solidFill>
              <a:srgbClr val="1C334E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marL="132080" marR="43180" indent="-83185">
              <a:lnSpc>
                <a:spcPct val="102200"/>
              </a:lnSpc>
              <a:spcBef>
                <a:spcPts val="475"/>
              </a:spcBef>
            </a:pP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Industry</a:t>
            </a:r>
            <a:r>
              <a:rPr dirty="0" sz="9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Calibri"/>
                <a:cs typeface="Calibri"/>
              </a:rPr>
              <a:t>Logo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GSK-MAC</dc:creator>
  <dc:title>ED19B045_Endterm_Poster - ed19b045 Danish Mohamed O</dc:title>
  <dcterms:created xsi:type="dcterms:W3CDTF">2026-03-23T04:33:13Z</dcterms:created>
  <dcterms:modified xsi:type="dcterms:W3CDTF">2026-03-23T04:33:13Z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2026-03-23T00:00:00Z</vt:filetime>
  </property>
  <property fmtid="{D5CDD505-2E9C-101B-9397-08002B2CF9AE}" pid="5" name="Producer">
    <vt:lpwstr>macOS Version 13.3 (Build 22E8252) Quartz PDFContext</vt:lpwstr>
  </property>
</Properties>
</file>